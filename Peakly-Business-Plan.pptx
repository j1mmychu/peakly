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12161520" cy="0"/>
          </a:xfrm>
          <a:prstGeom prst="line">
            <a:avLst/>
          </a:prstGeom>
          <a:noFill/>
          <a:ln w="12700">
            <a:solidFill>
              <a:srgbClr val="0284C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80160"/>
            <a:ext cx="109728" cy="10972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800" kern="0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PEAKLY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EA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this weekend.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 ·  May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Ciluzzi  ·  jjciluzzi@gmail.com  ·  j1mmychu.github.io/peakly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the wrong weekend is expensive.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Conditions are unknowable.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075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OnTheSnow tells you snow. Surfline tells you swell. Neither tells you if it's worth flying.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Flights are condition-blind.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27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KAYAK and Hopper sell you a cheap fare to a flat, rainy weekend with zero awareness.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good window is a guess.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178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blow $400-$1,200 on a weekend trip and decide on Tuesday — six days before they actually go.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says 'don't go'.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23036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travel app sells certainty. Real weekends have low-confidence forecasts and bad weeks. Honesty is a moat.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score. One window. Zero hype.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06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WEEKEND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2 of 4 days · Fri–Mon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2194560" cy="411480"/>
          </a:xfrm>
          <a:prstGeom prst="rect">
            <a:avLst/>
          </a:prstGeom>
          <a:solidFill>
            <a:srgbClr val="F2D08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4937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$148 · 32% off typical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864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conditions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21671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7-day forecast scored per venue (snow depth, wind, swell, water temp).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200400"/>
            <a:ext cx="54864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flight prices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5844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Travelpayouts queried with the actual upcoming Fri–Mon dates — not a month-cheap guess.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617720"/>
            <a:ext cx="54864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flag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50017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&gt; day 5? We say so. Low-confidence weekends never reach the front page.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weekend gets scored.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697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category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Skiing or beach. Auto-defaults seasonally — May–Aug opens to Beach.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874520"/>
            <a:ext cx="2697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39312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every venue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9312" y="3383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scoreVenue() runs per-day across 154 hand-picked venues. scoreWeekend picks best 2 of 4.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87452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874520"/>
            <a:ext cx="2697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501384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honestly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01384" y="3383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≤6hr flight default. Low-confidence weekends hidden. Estimate prices labeled with ~.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87452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34856" y="1874520"/>
            <a:ext cx="269748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2103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363456" y="2880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+ Strike Alert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63456" y="338328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Aviasales deep-link with exact dates. Push when the window flips green later.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"7-day window is the product, not a limit. We don't sell certainty we don't have."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spontaneous-weekend market just unlocked.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402336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31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777240" y="3749040"/>
            <a:ext cx="36576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931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leisure travelers booked a trip within 7 days of departure in 2025 (up from 41% in 2019).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2697480" cy="402336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331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3639312" y="3749040"/>
            <a:ext cx="36576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3931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APIs (Open-Meteo) now match what cost $50K/yr a decade ago.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2784" y="1874520"/>
            <a:ext cx="2697480" cy="402336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2331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$0/req</a:t>
            </a:r>
            <a:endParaRPr lang="en-US" sz="5600" dirty="0"/>
          </a:p>
        </p:txBody>
      </p:sp>
      <p:sp>
        <p:nvSpPr>
          <p:cNvPr id="14" name="Shape 12"/>
          <p:cNvSpPr/>
          <p:nvPr/>
        </p:nvSpPr>
        <p:spPr>
          <a:xfrm>
            <a:off x="6501384" y="3749040"/>
            <a:ext cx="36576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3931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pricing via affiliate networks (Travelpayouts) means we earn while serving the answer.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34856" y="1874520"/>
            <a:ext cx="2697480" cy="402336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23317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EA5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</a:t>
            </a:r>
            <a:endParaRPr lang="en-US" sz="5600" dirty="0"/>
          </a:p>
        </p:txBody>
      </p:sp>
      <p:sp>
        <p:nvSpPr>
          <p:cNvPr id="18" name="Shape 16"/>
          <p:cNvSpPr/>
          <p:nvPr/>
        </p:nvSpPr>
        <p:spPr>
          <a:xfrm>
            <a:off x="9363456" y="3749040"/>
            <a:ext cx="36576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63456" y="39319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push (iOS 16.4+) finally makes Strike Alerts viable without an App Store gauntlet.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enough. Niched enough.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943600" cy="3840480"/>
          </a:xfrm>
          <a:prstGeom prst="rect">
            <a:avLst/>
          </a:prstGeom>
          <a:solidFill>
            <a:srgbClr val="E6ECF2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$1.4T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leisure travel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2468880"/>
            <a:ext cx="4114800" cy="256032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926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$84B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69164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Short-haul ski + beach weekends, US/EU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3108960"/>
            <a:ext cx="2468880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(yr 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3520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$6M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21945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flyers, ages 25–45, single home airport, two trips a year already booked. Decision happens Tue–Thu.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math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402336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MAU × $14 RPM × 12 mo = $84M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7% of SAM = $6M ARR floor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grows with hotel + Pro v2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owns one slice. Nobody owns the weekend.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57400"/>
                <a:gridCol w="205740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OnTheSnow / OpenSnow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ski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surf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KAYAK / Hopper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Skyscanner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AllTrails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ski + beach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exact-date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Fri–Mon best-2-of-4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low-conf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only product combining live Fri–Mon weather + cheap flights + a confidence flag that admits when forecast is too uncertain.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Affiliate-first. Free to user. Six revenue streams.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 / 1K MAU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Booking.com (hotels — aid=2311236)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Associates (peakly-20)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SafetyWing (travel insurance)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Travelpayouts (flights — TP_MARKER 710303)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 (Avantlink)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+$6.16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Backcountry / GetYourGuide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95360" y="1828800"/>
            <a:ext cx="3017520" cy="201168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325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732520" y="22402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$11.98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73252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/ 1K MAU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95360" y="4023360"/>
            <a:ext cx="3017520" cy="20116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PENDING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32520" y="4434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$19.98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873252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 headroom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Shipped. Live. Earning.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across ski + beach, hand-curated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828800"/>
            <a:ext cx="73152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2011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39312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 already earning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828800"/>
            <a:ext cx="73152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2011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$11.98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501384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/ 1K MAU at current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82880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4856" y="1828800"/>
            <a:ext cx="73152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011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7-day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363456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forecast horizon, with confidence flag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the last 30 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64592" cy="164592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297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weekend-spontaneity (surfing retired, scoring engine rebuilt around Fri–Mon)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389120"/>
            <a:ext cx="164592" cy="164592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297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Alerts polling worker + native APNS push (server-side, awaiting .p8 key)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64592" cy="164592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sync — magic-link auth, lazy-loaded, anon flow preserved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892040"/>
            <a:ext cx="164592" cy="164592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weekend-specific pricing via Travelpayouts proxy (exact Fri–Mon dates)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64592" cy="164592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proxy with 2hr cache + in-flight dedupe (Reddit-spike-proof)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5394960"/>
            <a:ext cx="164592" cy="164592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ScoreBreakdown component — every score auditable, no more black box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One throughline: trust.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0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Q2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67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&amp; validate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v1 (Capacitor wrapper)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production keys live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+ ProductHunt launch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1K MAU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Plausible-driven weekly cohort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874520"/>
            <a:ext cx="3657600" cy="64008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· Q3–Q4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167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&amp; retain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in deal score (v2)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UI revisited if revenue gap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coordination 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digest for saved venues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MAU, $120/mo run-rate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74520"/>
            <a:ext cx="365760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· 2027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58200" y="2167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 the moat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74320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intelligence (user reports)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Multi-airport, multi-traveler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expansion (gated by data)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 for travel agents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MAU, profitable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 communities first. SEO compounds. Paid never.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Reddit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r/skiing, r/surfing-retired-fans, r/digitalnomad, r/travel. Honest 'forecast confidence' framing wins.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880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ProductHunt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around the first big winter storm — peak skiing-related search demand.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931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long-tail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'best ski weekend Dec 12 from Boston' — programmatic pages keyed to upcoming weekends.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2D082"/>
          </a:solidFill>
          <a:ln w="12700">
            <a:solidFill>
              <a:srgbClr val="F2D0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Share-a-list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394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loop already shipped. Recipient lands on a friend's curated list with sign-in CTA.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target: $0. Affiliate-funded growth. If a channel needs paid — kill it, find a different niche.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founder. AI-leveraged.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4206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1463040" cy="146304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JC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4688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Jack Ciluzzi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6888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product, ops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non-developer. Ships via AI agents — daily DevOps, PM, Revenue, Content, UX inputs roll up to a single briefing each evening.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40280"/>
            <a:ext cx="45720" cy="64008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2402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25328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busts, deploy chains, VPS health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3017520"/>
            <a:ext cx="45720" cy="64008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017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Manager agent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3310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prioritization, scope cuts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3794760"/>
            <a:ext cx="45720" cy="64008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3794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40873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gates, RPM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572000"/>
            <a:ext cx="45720" cy="64008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572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Data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4864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data integrity, photos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5349240"/>
            <a:ext cx="45720" cy="640080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5349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Designer 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56418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states, empty states, CTAs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roof could leak.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931920" cy="777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Open-Meteo rate limits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7132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8288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mitigated: VPS proxy with 2hr cache + in-flight dedupe. N concurrent users = 1 upstream call.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931920" cy="777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97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Travelpayouts deprecation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2697480"/>
            <a:ext cx="7132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974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Affiliate-network risk. Skyscanner Partners + Aviasales direct as fallback. Token already server-side.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931920" cy="777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66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Store rejection (push)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3566160"/>
            <a:ext cx="7132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5661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plan: if APNS not live by 2026-05-13, hide Alerts on iOS, ship web product to Store.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931920" cy="777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Solo-founder bandwidth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4434840"/>
            <a:ext cx="7132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434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team handles ops. Two-strikes rule kills unactionable findings. Daily briefing = single source of truth.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3931920" cy="777240"/>
          </a:xfrm>
          <a:prstGeom prst="rect">
            <a:avLst/>
          </a:prstGeom>
          <a:solidFill>
            <a:srgbClr val="0B2540"/>
          </a:solidFill>
          <a:ln w="12700">
            <a:solidFill>
              <a:srgbClr val="0B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03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accuracy public failure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80560" y="5303520"/>
            <a:ext cx="7132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53035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 is the moat — we already say 'don't trust this weekend.' Honesty beats overpromise.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7182B"/>
          </a:solidFill>
          <a:ln w="12700">
            <a:solidFill>
              <a:srgbClr val="0718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PEAKLY  ·  BUSINESS PLAN  ·  v1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9728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EC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OpenSnow tells you the snow.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6EC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KAYAK tells you the flights.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Peakly tells you which weekend is actually worth it.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36576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5349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 MAU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9120" y="4937760"/>
            <a:ext cx="36576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5349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PWA → App Store → SEO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4937760"/>
            <a:ext cx="36576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A5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5029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58200" y="5349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 as moat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EA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j1mmychu.github.io/peakly  ·  jjciluzzi@gmail.com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Peakly — Business Plan</dc:title>
  <dc:subject>PptxGenJS Presentation</dc:subject>
  <dc:creator>Jack Ciluzzi</dc:creator>
  <cp:lastModifiedBy>Jack Ciluzzi</cp:lastModifiedBy>
  <cp:revision>1</cp:revision>
  <dcterms:created xsi:type="dcterms:W3CDTF">2026-05-10T04:11:39Z</dcterms:created>
  <dcterms:modified xsi:type="dcterms:W3CDTF">2026-05-10T04:11:39Z</dcterms:modified>
</cp:coreProperties>
</file>